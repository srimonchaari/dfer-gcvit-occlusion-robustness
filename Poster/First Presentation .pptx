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34"/>
    <p:restoredTop sz="94610"/>
  </p:normalViewPr>
  <p:slideViewPr>
    <p:cSldViewPr snapToGrid="0" snapToObjects="1">
      <p:cViewPr>
        <p:scale>
          <a:sx n="157" d="100"/>
          <a:sy n="157" d="100"/>
        </p:scale>
        <p:origin x="144" y="3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47227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481328"/>
            <a:ext cx="1280160" cy="411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572768"/>
            <a:ext cx="6858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Driver's Facial</a:t>
            </a:r>
            <a:endParaRPr lang="en-US" sz="4400" dirty="0"/>
          </a:p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Expression Recognition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340156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Global Context Vision Transformer  ·  DFER-GCViT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4526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Srimonchaari Padmanabhan Babu  ·  Mat No: 5012061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0" y="4526280"/>
            <a:ext cx="8869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Saadi et al., IEEE CVMI 2023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PAPER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 show emotions.</a:t>
            </a:r>
            <a:endParaRPr lang="en-US" sz="2800" dirty="0"/>
          </a:p>
          <a:p>
            <a:pPr marL="0" indent="0" algn="l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Cameras should read them accurately.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8046720" cy="10973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30428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2651760"/>
            <a:ext cx="37490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models fail under real-world driving conditions — occlusions, poor lighting, head-pose changes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CNNs miss global facial context; they only see local patches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ViT needs large datasets — not available for driver scenarios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GC-ViT captures both local and global features, uses transfer learning to work on small data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663440" y="230428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Paper's Proposed Pipeline</a:t>
            </a:r>
            <a:endParaRPr lang="en-US" sz="12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63440" y="2651760"/>
            <a:ext cx="4160520" cy="1691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663440" y="4370832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2 — General workflow, Saadi et al. 2023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4498848" y="2304288"/>
            <a:ext cx="10973" cy="2286000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0" y="4919472"/>
            <a:ext cx="9052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4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steps from raw image</a:t>
            </a:r>
            <a:endParaRPr lang="en-US" sz="2800" dirty="0"/>
          </a:p>
          <a:p>
            <a:pPr marL="0" indent="0" algn="l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predicted expression.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8046720" cy="10973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0116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254203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Pre-process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898648"/>
            <a:ext cx="274320" cy="3657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999232"/>
            <a:ext cx="2670048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face with MTCNN, crop to facial region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Augment: flip, rotate, affine, Gaussian blur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 to 224 × 224, normalise pixel values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429000" y="20116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02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429000" y="254203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Features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429000" y="2898648"/>
            <a:ext cx="274320" cy="3657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2999232"/>
            <a:ext cx="2670048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Pre-trained GC-ViT backbone (ImageNet weights)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stages of local + global self-attention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Query Generator produces context tokens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309360" y="20116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03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309360" y="254203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309360" y="2898648"/>
            <a:ext cx="274320" cy="3657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2999232"/>
            <a:ext cx="2670048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fc layer replaced with new head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 → BatchNorm → ReLU → Dropout → FC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6 expression classes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429000" y="2011680"/>
            <a:ext cx="10973" cy="2834640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9360" y="2011680"/>
            <a:ext cx="10973" cy="2834640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0" y="4919472"/>
            <a:ext cx="9052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4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KMU-FED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98.2%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on KMU-FED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outperforms all compared methods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 flipV="1">
            <a:off x="548640" y="2468879"/>
            <a:ext cx="3891686" cy="45721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67004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46120" y="267004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21792" y="299923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WRF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246120" y="299923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94.7%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21792" y="338328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CCNN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246120" y="338328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97.3%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21792" y="376732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Modified SqueezeNet 1.1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246120" y="376732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83.4%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30352" y="4105656"/>
            <a:ext cx="3749040" cy="3657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4151376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DFER-GCViT (ours)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246120" y="415137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98.2%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8640" y="45720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Happiness &amp; Surprise — zero misclassifications</a:t>
            </a:r>
            <a:endParaRPr lang="en-US" sz="950" dirty="0"/>
          </a:p>
          <a:p>
            <a:pPr marL="0" indent="0" algn="l">
              <a:buNone/>
            </a:pPr>
            <a:r>
              <a:rPr lang="en-US" sz="9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Anger vs. Disgust — main confusion point</a:t>
            </a:r>
            <a:endParaRPr lang="en-US" sz="950" dirty="0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rcRect l="15000" t="13665" r="-435" b="3737"/>
          <a:stretch>
            <a:fillRect/>
          </a:stretch>
        </p:blipFill>
        <p:spPr>
          <a:xfrm>
            <a:off x="4683557" y="951780"/>
            <a:ext cx="3593619" cy="3436536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4617720" y="4828032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— KMU-FED  (10-fold CV, Saadi et al. 2023)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462272" y="658368"/>
            <a:ext cx="10973" cy="4114800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0" y="4919472"/>
            <a:ext cx="9052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EXTENSION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5943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the driver</a:t>
            </a:r>
            <a:endParaRPr lang="en-US" sz="2800" dirty="0"/>
          </a:p>
          <a:p>
            <a:pPr marL="0" indent="0" algn="l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wears sunglasses or a mask?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93392"/>
            <a:ext cx="8046720" cy="10973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1488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will do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2487168"/>
            <a:ext cx="388620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Reimplement DFER-GCViT on KMU-FED only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synthetic occlusions to images: black or blurred rectangles over the eye or mouth region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two models — Baseline (clean data) vs. Robust (trained with occlusions)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both on clean and occluded test sets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82896" y="658368"/>
            <a:ext cx="1463040" cy="1783080"/>
          </a:xfrm>
          <a:prstGeom prst="ellipse">
            <a:avLst/>
          </a:prstGeom>
          <a:solidFill>
            <a:srgbClr val="E8E8E8"/>
          </a:solidFill>
          <a:ln w="19050">
            <a:solidFill>
              <a:srgbClr val="DDDDD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55464" y="1088136"/>
            <a:ext cx="1591056" cy="34747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111556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eye region blocked (sunglasses)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00600" y="2697480"/>
            <a:ext cx="1463040" cy="1783080"/>
          </a:xfrm>
          <a:prstGeom prst="ellipse">
            <a:avLst/>
          </a:prstGeom>
          <a:solidFill>
            <a:srgbClr val="E8E8E8"/>
          </a:solidFill>
          <a:ln w="19050">
            <a:solidFill>
              <a:srgbClr val="DDDDD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64024" y="3491228"/>
            <a:ext cx="1591056" cy="347472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352958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mouth region blurred (mask)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45152" y="2148840"/>
            <a:ext cx="10973" cy="2331720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645152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87375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vs. occluded test set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310128" y="4663440"/>
            <a:ext cx="10973" cy="384048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01568" y="4645152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01568" y="487375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macro, clean vs. occluded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254496" y="4663440"/>
            <a:ext cx="10973" cy="384048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45936" y="4645152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Drop (%)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45936" y="487375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accuracy − occluded accuracy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369</Words>
  <Application>Microsoft Macintosh PowerPoint</Application>
  <PresentationFormat>On-screen Show (16:9)</PresentationFormat>
  <Paragraphs>74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SRIMONCHAARI PADMANABHAN BABU</cp:lastModifiedBy>
  <cp:revision>2</cp:revision>
  <dcterms:created xsi:type="dcterms:W3CDTF">2026-05-11T17:15:35Z</dcterms:created>
  <dcterms:modified xsi:type="dcterms:W3CDTF">2026-05-11T18:54:09Z</dcterms:modified>
</cp:coreProperties>
</file>